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AC5519-3BBF-4AFE-A913-983BA494CFC2}" v="7" dt="2026-06-08T02:21:14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Villarreal" userId="7b816871-fcf5-4e05-9228-e0f2ee5609fc" providerId="ADAL" clId="{559CB7E1-73C0-4F20-8D22-9FC97510F5A9}"/>
    <pc:docChg chg="undo custSel addSld modSld">
      <pc:chgData name="Christopher Villarreal" userId="7b816871-fcf5-4e05-9228-e0f2ee5609fc" providerId="ADAL" clId="{559CB7E1-73C0-4F20-8D22-9FC97510F5A9}" dt="2026-06-08T02:21:29.473" v="2663" actId="26606"/>
      <pc:docMkLst>
        <pc:docMk/>
      </pc:docMkLst>
      <pc:sldChg chg="addSp delSp modSp mod setBg">
        <pc:chgData name="Christopher Villarreal" userId="7b816871-fcf5-4e05-9228-e0f2ee5609fc" providerId="ADAL" clId="{559CB7E1-73C0-4F20-8D22-9FC97510F5A9}" dt="2026-06-08T01:40:22.174" v="657" actId="26606"/>
        <pc:sldMkLst>
          <pc:docMk/>
          <pc:sldMk cId="5432527" sldId="256"/>
        </pc:sldMkLst>
        <pc:spChg chg="mo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2" creationId="{79EADD28-CFA4-A6BC-B022-937F516010EA}"/>
          </ac:spMkLst>
        </pc:spChg>
        <pc:spChg chg="mo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3" creationId="{177C4F4A-5341-1E79-04C8-C16BE962BC41}"/>
          </ac:spMkLst>
        </pc:spChg>
        <pc:spChg chg="add del">
          <ac:chgData name="Christopher Villarreal" userId="7b816871-fcf5-4e05-9228-e0f2ee5609fc" providerId="ADAL" clId="{559CB7E1-73C0-4F20-8D22-9FC97510F5A9}" dt="2026-06-08T01:40:16.051" v="654" actId="26606"/>
          <ac:spMkLst>
            <pc:docMk/>
            <pc:sldMk cId="5432527" sldId="256"/>
            <ac:spMk id="12" creationId="{6016219D-510E-4184-9090-6D5578A87BD1}"/>
          </ac:spMkLst>
        </pc:spChg>
        <pc:spChg chg="add del">
          <ac:chgData name="Christopher Villarreal" userId="7b816871-fcf5-4e05-9228-e0f2ee5609fc" providerId="ADAL" clId="{559CB7E1-73C0-4F20-8D22-9FC97510F5A9}" dt="2026-06-08T01:40:12.375" v="650" actId="26606"/>
          <ac:spMkLst>
            <pc:docMk/>
            <pc:sldMk cId="5432527" sldId="256"/>
            <ac:spMk id="14" creationId="{498F8FF6-43B4-494A-AF8F-123A4983EDF7}"/>
          </ac:spMkLst>
        </pc:spChg>
        <pc:spChg chg="add del">
          <ac:chgData name="Christopher Villarreal" userId="7b816871-fcf5-4e05-9228-e0f2ee5609fc" providerId="ADAL" clId="{559CB7E1-73C0-4F20-8D22-9FC97510F5A9}" dt="2026-06-08T01:40:12.375" v="650" actId="26606"/>
          <ac:spMkLst>
            <pc:docMk/>
            <pc:sldMk cId="5432527" sldId="256"/>
            <ac:spMk id="16" creationId="{2B06059C-C357-4011-82B9-9C0106301384}"/>
          </ac:spMkLst>
        </pc:spChg>
        <pc:spChg chg="add del">
          <ac:chgData name="Christopher Villarreal" userId="7b816871-fcf5-4e05-9228-e0f2ee5609fc" providerId="ADAL" clId="{559CB7E1-73C0-4F20-8D22-9FC97510F5A9}" dt="2026-06-08T01:40:12.375" v="650" actId="26606"/>
          <ac:spMkLst>
            <pc:docMk/>
            <pc:sldMk cId="5432527" sldId="256"/>
            <ac:spMk id="18" creationId="{5AFEC601-A132-47EE-B0C2-B38ACD9FCE6F}"/>
          </ac:spMkLst>
        </pc:spChg>
        <pc:spChg chg="add del">
          <ac:chgData name="Christopher Villarreal" userId="7b816871-fcf5-4e05-9228-e0f2ee5609fc" providerId="ADAL" clId="{559CB7E1-73C0-4F20-8D22-9FC97510F5A9}" dt="2026-06-08T01:40:12.375" v="650" actId="26606"/>
          <ac:spMkLst>
            <pc:docMk/>
            <pc:sldMk cId="5432527" sldId="256"/>
            <ac:spMk id="20" creationId="{279CAF82-0ECF-42BE-8F37-F71941E5D410}"/>
          </ac:spMkLst>
        </pc:spChg>
        <pc:spChg chg="add del">
          <ac:chgData name="Christopher Villarreal" userId="7b816871-fcf5-4e05-9228-e0f2ee5609fc" providerId="ADAL" clId="{559CB7E1-73C0-4F20-8D22-9FC97510F5A9}" dt="2026-06-08T01:40:12.375" v="650" actId="26606"/>
          <ac:spMkLst>
            <pc:docMk/>
            <pc:sldMk cId="5432527" sldId="256"/>
            <ac:spMk id="22" creationId="{218E095B-4870-4AD5-9C41-C16D59523501}"/>
          </ac:spMkLst>
        </pc:spChg>
        <pc:spChg chg="add del">
          <ac:chgData name="Christopher Villarreal" userId="7b816871-fcf5-4e05-9228-e0f2ee5609fc" providerId="ADAL" clId="{559CB7E1-73C0-4F20-8D22-9FC97510F5A9}" dt="2026-06-08T01:40:12.375" v="650" actId="26606"/>
          <ac:spMkLst>
            <pc:docMk/>
            <pc:sldMk cId="5432527" sldId="256"/>
            <ac:spMk id="33" creationId="{BE8CB2F0-2F5A-4EBD-B214-E0309C31F578}"/>
          </ac:spMkLst>
        </pc:spChg>
        <pc:spChg chg="add del">
          <ac:chgData name="Christopher Villarreal" userId="7b816871-fcf5-4e05-9228-e0f2ee5609fc" providerId="ADAL" clId="{559CB7E1-73C0-4F20-8D22-9FC97510F5A9}" dt="2026-06-08T01:40:12.375" v="650" actId="26606"/>
          <ac:spMkLst>
            <pc:docMk/>
            <pc:sldMk cId="5432527" sldId="256"/>
            <ac:spMk id="35" creationId="{FFD3887D-244B-4EC4-9208-E304984C5D0F}"/>
          </ac:spMkLst>
        </pc:spChg>
        <pc:spChg chg="add del">
          <ac:chgData name="Christopher Villarreal" userId="7b816871-fcf5-4e05-9228-e0f2ee5609fc" providerId="ADAL" clId="{559CB7E1-73C0-4F20-8D22-9FC97510F5A9}" dt="2026-06-08T01:40:12.375" v="650" actId="26606"/>
          <ac:spMkLst>
            <pc:docMk/>
            <pc:sldMk cId="5432527" sldId="256"/>
            <ac:spMk id="37" creationId="{97224C31-855E-4593-8A58-5B2B0CC4F537}"/>
          </ac:spMkLst>
        </pc:spChg>
        <pc:spChg chg="add del">
          <ac:chgData name="Christopher Villarreal" userId="7b816871-fcf5-4e05-9228-e0f2ee5609fc" providerId="ADAL" clId="{559CB7E1-73C0-4F20-8D22-9FC97510F5A9}" dt="2026-06-08T01:40:13.962" v="652" actId="26606"/>
          <ac:spMkLst>
            <pc:docMk/>
            <pc:sldMk cId="5432527" sldId="256"/>
            <ac:spMk id="39" creationId="{934F1179-B481-4F9E-BCA3-AFB972070F83}"/>
          </ac:spMkLst>
        </pc:spChg>
        <pc:spChg chg="add del">
          <ac:chgData name="Christopher Villarreal" userId="7b816871-fcf5-4e05-9228-e0f2ee5609fc" providerId="ADAL" clId="{559CB7E1-73C0-4F20-8D22-9FC97510F5A9}" dt="2026-06-08T01:40:13.962" v="652" actId="26606"/>
          <ac:spMkLst>
            <pc:docMk/>
            <pc:sldMk cId="5432527" sldId="256"/>
            <ac:spMk id="40" creationId="{827DC2C4-B485-428A-BF4A-472D2967F47F}"/>
          </ac:spMkLst>
        </pc:spChg>
        <pc:spChg chg="add del">
          <ac:chgData name="Christopher Villarreal" userId="7b816871-fcf5-4e05-9228-e0f2ee5609fc" providerId="ADAL" clId="{559CB7E1-73C0-4F20-8D22-9FC97510F5A9}" dt="2026-06-08T01:40:13.962" v="652" actId="26606"/>
          <ac:spMkLst>
            <pc:docMk/>
            <pc:sldMk cId="5432527" sldId="256"/>
            <ac:spMk id="41" creationId="{EE04B5EB-F158-4507-90DD-BD23620C7CC9}"/>
          </ac:spMkLst>
        </pc:spChg>
        <pc:spChg chg="add del">
          <ac:chgData name="Christopher Villarreal" userId="7b816871-fcf5-4e05-9228-e0f2ee5609fc" providerId="ADAL" clId="{559CB7E1-73C0-4F20-8D22-9FC97510F5A9}" dt="2026-06-08T01:40:16.051" v="654" actId="26606"/>
          <ac:spMkLst>
            <pc:docMk/>
            <pc:sldMk cId="5432527" sldId="256"/>
            <ac:spMk id="43" creationId="{6F5A5072-7B47-4D32-B52A-4EBBF590B8A5}"/>
          </ac:spMkLst>
        </pc:spChg>
        <pc:spChg chg="add del">
          <ac:chgData name="Christopher Villarreal" userId="7b816871-fcf5-4e05-9228-e0f2ee5609fc" providerId="ADAL" clId="{559CB7E1-73C0-4F20-8D22-9FC97510F5A9}" dt="2026-06-08T01:40:16.051" v="654" actId="26606"/>
          <ac:spMkLst>
            <pc:docMk/>
            <pc:sldMk cId="5432527" sldId="256"/>
            <ac:spMk id="44" creationId="{9715DAF0-AE1B-46C9-8A6B-DB2AA05AB91D}"/>
          </ac:spMkLst>
        </pc:spChg>
        <pc:spChg chg="add del">
          <ac:chgData name="Christopher Villarreal" userId="7b816871-fcf5-4e05-9228-e0f2ee5609fc" providerId="ADAL" clId="{559CB7E1-73C0-4F20-8D22-9FC97510F5A9}" dt="2026-06-08T01:40:16.051" v="654" actId="26606"/>
          <ac:spMkLst>
            <pc:docMk/>
            <pc:sldMk cId="5432527" sldId="256"/>
            <ac:spMk id="45" creationId="{AFF4A713-7B75-4B21-90D7-5AB19547C728}"/>
          </ac:spMkLst>
        </pc:spChg>
        <pc:spChg chg="add del">
          <ac:chgData name="Christopher Villarreal" userId="7b816871-fcf5-4e05-9228-e0f2ee5609fc" providerId="ADAL" clId="{559CB7E1-73C0-4F20-8D22-9FC97510F5A9}" dt="2026-06-08T01:40:16.051" v="654" actId="26606"/>
          <ac:spMkLst>
            <pc:docMk/>
            <pc:sldMk cId="5432527" sldId="256"/>
            <ac:spMk id="46" creationId="{DC631C0B-6DA6-4E57-8231-CE32B3434A7E}"/>
          </ac:spMkLst>
        </pc:spChg>
        <pc:spChg chg="add del">
          <ac:chgData name="Christopher Villarreal" userId="7b816871-fcf5-4e05-9228-e0f2ee5609fc" providerId="ADAL" clId="{559CB7E1-73C0-4F20-8D22-9FC97510F5A9}" dt="2026-06-08T01:40:16.051" v="654" actId="26606"/>
          <ac:spMkLst>
            <pc:docMk/>
            <pc:sldMk cId="5432527" sldId="256"/>
            <ac:spMk id="47" creationId="{C29501E6-A978-4A61-9689-9085AF97A53A}"/>
          </ac:spMkLst>
        </pc:spChg>
        <pc:spChg chg="add del">
          <ac:chgData name="Christopher Villarreal" userId="7b816871-fcf5-4e05-9228-e0f2ee5609fc" providerId="ADAL" clId="{559CB7E1-73C0-4F20-8D22-9FC97510F5A9}" dt="2026-06-08T01:40:22.166" v="656" actId="26606"/>
          <ac:spMkLst>
            <pc:docMk/>
            <pc:sldMk cId="5432527" sldId="256"/>
            <ac:spMk id="49" creationId="{489B7BFD-8F45-4093-AD9C-91B15B0503D9}"/>
          </ac:spMkLst>
        </pc:spChg>
        <pc:spChg chg="add del">
          <ac:chgData name="Christopher Villarreal" userId="7b816871-fcf5-4e05-9228-e0f2ee5609fc" providerId="ADAL" clId="{559CB7E1-73C0-4F20-8D22-9FC97510F5A9}" dt="2026-06-08T01:40:22.166" v="656" actId="26606"/>
          <ac:spMkLst>
            <pc:docMk/>
            <pc:sldMk cId="5432527" sldId="256"/>
            <ac:spMk id="52" creationId="{498F8FF6-43B4-494A-AF8F-123A4983EDF7}"/>
          </ac:spMkLst>
        </pc:spChg>
        <pc:spChg chg="add del">
          <ac:chgData name="Christopher Villarreal" userId="7b816871-fcf5-4e05-9228-e0f2ee5609fc" providerId="ADAL" clId="{559CB7E1-73C0-4F20-8D22-9FC97510F5A9}" dt="2026-06-08T01:40:22.166" v="656" actId="26606"/>
          <ac:spMkLst>
            <pc:docMk/>
            <pc:sldMk cId="5432527" sldId="256"/>
            <ac:spMk id="54" creationId="{5AFEC601-A132-47EE-B0C2-B38ACD9FCE6F}"/>
          </ac:spMkLst>
        </pc:spChg>
        <pc:spChg chg="add del">
          <ac:chgData name="Christopher Villarreal" userId="7b816871-fcf5-4e05-9228-e0f2ee5609fc" providerId="ADAL" clId="{559CB7E1-73C0-4F20-8D22-9FC97510F5A9}" dt="2026-06-08T01:40:22.166" v="656" actId="26606"/>
          <ac:spMkLst>
            <pc:docMk/>
            <pc:sldMk cId="5432527" sldId="256"/>
            <ac:spMk id="55" creationId="{279CAF82-0ECF-42BE-8F37-F71941E5D410}"/>
          </ac:spMkLst>
        </pc:spChg>
        <pc:spChg chg="add del">
          <ac:chgData name="Christopher Villarreal" userId="7b816871-fcf5-4e05-9228-e0f2ee5609fc" providerId="ADAL" clId="{559CB7E1-73C0-4F20-8D22-9FC97510F5A9}" dt="2026-06-08T01:40:22.166" v="656" actId="26606"/>
          <ac:spMkLst>
            <pc:docMk/>
            <pc:sldMk cId="5432527" sldId="256"/>
            <ac:spMk id="56" creationId="{218E095B-4870-4AD5-9C41-C16D59523501}"/>
          </ac:spMkLst>
        </pc:spChg>
        <pc:spChg chg="add del">
          <ac:chgData name="Christopher Villarreal" userId="7b816871-fcf5-4e05-9228-e0f2ee5609fc" providerId="ADAL" clId="{559CB7E1-73C0-4F20-8D22-9FC97510F5A9}" dt="2026-06-08T01:40:22.166" v="656" actId="26606"/>
          <ac:spMkLst>
            <pc:docMk/>
            <pc:sldMk cId="5432527" sldId="256"/>
            <ac:spMk id="58" creationId="{033BC44A-0661-43B4-9C14-FD5963C226AE}"/>
          </ac:spMkLst>
        </pc:spChg>
        <pc:spChg chg="add del">
          <ac:chgData name="Christopher Villarreal" userId="7b816871-fcf5-4e05-9228-e0f2ee5609fc" providerId="ADAL" clId="{559CB7E1-73C0-4F20-8D22-9FC97510F5A9}" dt="2026-06-08T01:40:22.166" v="656" actId="26606"/>
          <ac:spMkLst>
            <pc:docMk/>
            <pc:sldMk cId="5432527" sldId="256"/>
            <ac:spMk id="60" creationId="{FFD3887D-244B-4EC4-9208-E304984C5D0F}"/>
          </ac:spMkLst>
        </pc:spChg>
        <pc:spChg chg="add del">
          <ac:chgData name="Christopher Villarreal" userId="7b816871-fcf5-4e05-9228-e0f2ee5609fc" providerId="ADAL" clId="{559CB7E1-73C0-4F20-8D22-9FC97510F5A9}" dt="2026-06-08T01:40:22.166" v="656" actId="26606"/>
          <ac:spMkLst>
            <pc:docMk/>
            <pc:sldMk cId="5432527" sldId="256"/>
            <ac:spMk id="61" creationId="{97224C31-855E-4593-8A58-5B2B0CC4F537}"/>
          </ac:spMkLst>
        </pc:spChg>
        <pc:spChg chg="ad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63" creationId="{8B646C36-EEEC-4D52-8E8E-206F4CD8A3DA}"/>
          </ac:spMkLst>
        </pc:spChg>
        <pc:spChg chg="ad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67" creationId="{D649D88F-3460-4C52-888E-001C62B26EE5}"/>
          </ac:spMkLst>
        </pc:spChg>
        <pc:spChg chg="ad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68" creationId="{A2B5CBEA-F125-49B6-8335-227C325B112B}"/>
          </ac:spMkLst>
        </pc:spChg>
        <pc:spChg chg="ad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69" creationId="{217DD14E-3BC7-413D-B4AB-B92EED2F57C5}"/>
          </ac:spMkLst>
        </pc:spChg>
        <pc:spChg chg="ad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70" creationId="{4FB204DF-284E-45F6-A017-79A4DF57BCCB}"/>
          </ac:spMkLst>
        </pc:spChg>
        <pc:spChg chg="ad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71" creationId="{6908275D-177E-42F2-8887-134AFE8B70CC}"/>
          </ac:spMkLst>
        </pc:spChg>
        <pc:spChg chg="ad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72" creationId="{4D1A5E71-B6B6-486A-8CDC-C7ABD9B903F6}"/>
          </ac:spMkLst>
        </pc:spChg>
        <pc:spChg chg="add">
          <ac:chgData name="Christopher Villarreal" userId="7b816871-fcf5-4e05-9228-e0f2ee5609fc" providerId="ADAL" clId="{559CB7E1-73C0-4F20-8D22-9FC97510F5A9}" dt="2026-06-08T01:40:22.174" v="657" actId="26606"/>
          <ac:spMkLst>
            <pc:docMk/>
            <pc:sldMk cId="5432527" sldId="256"/>
            <ac:spMk id="73" creationId="{E32B36D4-0C87-4882-A12C-18A91DBAE28D}"/>
          </ac:spMkLst>
        </pc:spChg>
      </pc:sldChg>
      <pc:sldChg chg="addSp delSp modSp new mod setBg">
        <pc:chgData name="Christopher Villarreal" userId="7b816871-fcf5-4e05-9228-e0f2ee5609fc" providerId="ADAL" clId="{559CB7E1-73C0-4F20-8D22-9FC97510F5A9}" dt="2026-06-08T01:43:34.500" v="996" actId="26606"/>
        <pc:sldMkLst>
          <pc:docMk/>
          <pc:sldMk cId="1208301820" sldId="257"/>
        </pc:sldMkLst>
        <pc:spChg chg="mod">
          <ac:chgData name="Christopher Villarreal" userId="7b816871-fcf5-4e05-9228-e0f2ee5609fc" providerId="ADAL" clId="{559CB7E1-73C0-4F20-8D22-9FC97510F5A9}" dt="2026-06-08T01:43:34.500" v="996" actId="26606"/>
          <ac:spMkLst>
            <pc:docMk/>
            <pc:sldMk cId="1208301820" sldId="257"/>
            <ac:spMk id="2" creationId="{797B19B4-FCFE-2FC1-490A-9C6F96BB4ACE}"/>
          </ac:spMkLst>
        </pc:spChg>
        <pc:spChg chg="mod">
          <ac:chgData name="Christopher Villarreal" userId="7b816871-fcf5-4e05-9228-e0f2ee5609fc" providerId="ADAL" clId="{559CB7E1-73C0-4F20-8D22-9FC97510F5A9}" dt="2026-06-08T01:43:34.500" v="996" actId="26606"/>
          <ac:spMkLst>
            <pc:docMk/>
            <pc:sldMk cId="1208301820" sldId="257"/>
            <ac:spMk id="3" creationId="{FE84F75C-A6CE-581E-AA77-48B91EDF4FD8}"/>
          </ac:spMkLst>
        </pc:spChg>
        <pc:spChg chg="add del">
          <ac:chgData name="Christopher Villarreal" userId="7b816871-fcf5-4e05-9228-e0f2ee5609fc" providerId="ADAL" clId="{559CB7E1-73C0-4F20-8D22-9FC97510F5A9}" dt="2026-06-08T01:43:34.500" v="996" actId="26606"/>
          <ac:spMkLst>
            <pc:docMk/>
            <pc:sldMk cId="1208301820" sldId="257"/>
            <ac:spMk id="8" creationId="{E38F5530-DA31-4B62-8DF9-56A1A3B6B614}"/>
          </ac:spMkLst>
        </pc:spChg>
        <pc:spChg chg="add del">
          <ac:chgData name="Christopher Villarreal" userId="7b816871-fcf5-4e05-9228-e0f2ee5609fc" providerId="ADAL" clId="{559CB7E1-73C0-4F20-8D22-9FC97510F5A9}" dt="2026-06-08T01:43:34.500" v="996" actId="26606"/>
          <ac:spMkLst>
            <pc:docMk/>
            <pc:sldMk cId="1208301820" sldId="257"/>
            <ac:spMk id="10" creationId="{4AEFAF95-013F-4375-AAF4-033AC93F5550}"/>
          </ac:spMkLst>
        </pc:spChg>
        <pc:spChg chg="add del">
          <ac:chgData name="Christopher Villarreal" userId="7b816871-fcf5-4e05-9228-e0f2ee5609fc" providerId="ADAL" clId="{559CB7E1-73C0-4F20-8D22-9FC97510F5A9}" dt="2026-06-08T01:43:34.500" v="996" actId="26606"/>
          <ac:spMkLst>
            <pc:docMk/>
            <pc:sldMk cId="1208301820" sldId="257"/>
            <ac:spMk id="20" creationId="{FBB336D1-2562-4680-B29B-E22C603C0ED9}"/>
          </ac:spMkLst>
        </pc:spChg>
        <pc:spChg chg="add del">
          <ac:chgData name="Christopher Villarreal" userId="7b816871-fcf5-4e05-9228-e0f2ee5609fc" providerId="ADAL" clId="{559CB7E1-73C0-4F20-8D22-9FC97510F5A9}" dt="2026-06-08T01:43:34.500" v="996" actId="26606"/>
          <ac:spMkLst>
            <pc:docMk/>
            <pc:sldMk cId="1208301820" sldId="257"/>
            <ac:spMk id="28" creationId="{B4806F9C-3233-4FC3-B300-D5AA58A5CD8F}"/>
          </ac:spMkLst>
        </pc:spChg>
        <pc:spChg chg="add">
          <ac:chgData name="Christopher Villarreal" userId="7b816871-fcf5-4e05-9228-e0f2ee5609fc" providerId="ADAL" clId="{559CB7E1-73C0-4F20-8D22-9FC97510F5A9}" dt="2026-06-08T01:43:34.500" v="996" actId="26606"/>
          <ac:spMkLst>
            <pc:docMk/>
            <pc:sldMk cId="1208301820" sldId="257"/>
            <ac:spMk id="39" creationId="{A7AE9375-4664-4DB2-922D-2782A6E439AC}"/>
          </ac:spMkLst>
        </pc:spChg>
        <pc:spChg chg="add">
          <ac:chgData name="Christopher Villarreal" userId="7b816871-fcf5-4e05-9228-e0f2ee5609fc" providerId="ADAL" clId="{559CB7E1-73C0-4F20-8D22-9FC97510F5A9}" dt="2026-06-08T01:43:34.500" v="996" actId="26606"/>
          <ac:spMkLst>
            <pc:docMk/>
            <pc:sldMk cId="1208301820" sldId="257"/>
            <ac:spMk id="43" creationId="{9DD005C1-8C51-42D6-9BEE-B9B83849743D}"/>
          </ac:spMkLst>
        </pc:spChg>
        <pc:grpChg chg="add del">
          <ac:chgData name="Christopher Villarreal" userId="7b816871-fcf5-4e05-9228-e0f2ee5609fc" providerId="ADAL" clId="{559CB7E1-73C0-4F20-8D22-9FC97510F5A9}" dt="2026-06-08T01:43:34.500" v="996" actId="26606"/>
          <ac:grpSpMkLst>
            <pc:docMk/>
            <pc:sldMk cId="1208301820" sldId="257"/>
            <ac:grpSpMk id="12" creationId="{68735E28-7236-42D8-A5E1-A0F302FE879A}"/>
          </ac:grpSpMkLst>
        </pc:grpChg>
        <pc:grpChg chg="add">
          <ac:chgData name="Christopher Villarreal" userId="7b816871-fcf5-4e05-9228-e0f2ee5609fc" providerId="ADAL" clId="{559CB7E1-73C0-4F20-8D22-9FC97510F5A9}" dt="2026-06-08T01:40:30.894" v="658" actId="26606"/>
          <ac:grpSpMkLst>
            <pc:docMk/>
            <pc:sldMk cId="1208301820" sldId="257"/>
            <ac:grpSpMk id="22" creationId="{9EED3885-4010-4FBE-A045-DC59CAE78290}"/>
          </ac:grpSpMkLst>
        </pc:grpChg>
        <pc:grpChg chg="add del">
          <ac:chgData name="Christopher Villarreal" userId="7b816871-fcf5-4e05-9228-e0f2ee5609fc" providerId="ADAL" clId="{559CB7E1-73C0-4F20-8D22-9FC97510F5A9}" dt="2026-06-08T01:43:34.500" v="996" actId="26606"/>
          <ac:grpSpMkLst>
            <pc:docMk/>
            <pc:sldMk cId="1208301820" sldId="257"/>
            <ac:grpSpMk id="30" creationId="{70E3F9FC-BB7B-433D-8A4F-1BCFA582E019}"/>
          </ac:grpSpMkLst>
        </pc:grpChg>
      </pc:sldChg>
      <pc:sldChg chg="addSp delSp modSp new mod setBg">
        <pc:chgData name="Christopher Villarreal" userId="7b816871-fcf5-4e05-9228-e0f2ee5609fc" providerId="ADAL" clId="{559CB7E1-73C0-4F20-8D22-9FC97510F5A9}" dt="2026-06-08T01:43:57.340" v="997" actId="26606"/>
        <pc:sldMkLst>
          <pc:docMk/>
          <pc:sldMk cId="790438436" sldId="258"/>
        </pc:sldMkLst>
        <pc:spChg chg="mod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2" creationId="{43DDD827-890A-CE26-54C0-529265095B45}"/>
          </ac:spMkLst>
        </pc:spChg>
        <pc:spChg chg="mod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3" creationId="{2F92610E-F309-16A2-257D-AA56C3CD78D4}"/>
          </ac:spMkLst>
        </pc:spChg>
        <pc:spChg chg="add del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8" creationId="{E38F5530-DA31-4B62-8DF9-56A1A3B6B614}"/>
          </ac:spMkLst>
        </pc:spChg>
        <pc:spChg chg="add del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10" creationId="{4AEFAF95-013F-4375-AAF4-033AC93F5550}"/>
          </ac:spMkLst>
        </pc:spChg>
        <pc:spChg chg="add del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20" creationId="{FBB336D1-2562-4680-B29B-E22C603C0ED9}"/>
          </ac:spMkLst>
        </pc:spChg>
        <pc:spChg chg="add del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28" creationId="{B4806F9C-3233-4FC3-B300-D5AA58A5CD8F}"/>
          </ac:spMkLst>
        </pc:spChg>
        <pc:spChg chg="add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39" creationId="{5A0118C5-4F8D-4CF4-BADD-53FEACC6C42A}"/>
          </ac:spMkLst>
        </pc:spChg>
        <pc:spChg chg="add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60" creationId="{EC11F68A-CC71-4196-BBF3-20CDCD75D4E6}"/>
          </ac:spMkLst>
        </pc:spChg>
        <pc:spChg chg="add">
          <ac:chgData name="Christopher Villarreal" userId="7b816871-fcf5-4e05-9228-e0f2ee5609fc" providerId="ADAL" clId="{559CB7E1-73C0-4F20-8D22-9FC97510F5A9}" dt="2026-06-08T01:43:57.340" v="997" actId="26606"/>
          <ac:spMkLst>
            <pc:docMk/>
            <pc:sldMk cId="790438436" sldId="258"/>
            <ac:spMk id="62" creationId="{085F9950-F10E-4E64-962B-F70345789875}"/>
          </ac:spMkLst>
        </pc:spChg>
        <pc:grpChg chg="add">
          <ac:chgData name="Christopher Villarreal" userId="7b816871-fcf5-4e05-9228-e0f2ee5609fc" providerId="ADAL" clId="{559CB7E1-73C0-4F20-8D22-9FC97510F5A9}" dt="2026-06-08T01:43:09.416" v="990" actId="26606"/>
          <ac:grpSpMkLst>
            <pc:docMk/>
            <pc:sldMk cId="790438436" sldId="258"/>
            <ac:grpSpMk id="12" creationId="{68735E28-7236-42D8-A5E1-A0F302FE879A}"/>
          </ac:grpSpMkLst>
        </pc:grpChg>
        <pc:grpChg chg="add">
          <ac:chgData name="Christopher Villarreal" userId="7b816871-fcf5-4e05-9228-e0f2ee5609fc" providerId="ADAL" clId="{559CB7E1-73C0-4F20-8D22-9FC97510F5A9}" dt="2026-06-08T01:43:09.416" v="990" actId="26606"/>
          <ac:grpSpMkLst>
            <pc:docMk/>
            <pc:sldMk cId="790438436" sldId="258"/>
            <ac:grpSpMk id="22" creationId="{9EED3885-4010-4FBE-A045-DC59CAE78290}"/>
          </ac:grpSpMkLst>
        </pc:grpChg>
        <pc:grpChg chg="add del">
          <ac:chgData name="Christopher Villarreal" userId="7b816871-fcf5-4e05-9228-e0f2ee5609fc" providerId="ADAL" clId="{559CB7E1-73C0-4F20-8D22-9FC97510F5A9}" dt="2026-06-08T01:43:57.340" v="997" actId="26606"/>
          <ac:grpSpMkLst>
            <pc:docMk/>
            <pc:sldMk cId="790438436" sldId="258"/>
            <ac:grpSpMk id="30" creationId="{70E3F9FC-BB7B-433D-8A4F-1BCFA582E019}"/>
          </ac:grpSpMkLst>
        </pc:grpChg>
      </pc:sldChg>
      <pc:sldChg chg="addSp modSp new mod setBg">
        <pc:chgData name="Christopher Villarreal" userId="7b816871-fcf5-4e05-9228-e0f2ee5609fc" providerId="ADAL" clId="{559CB7E1-73C0-4F20-8D22-9FC97510F5A9}" dt="2026-06-08T01:51:03.882" v="1441" actId="1076"/>
        <pc:sldMkLst>
          <pc:docMk/>
          <pc:sldMk cId="1147522243" sldId="259"/>
        </pc:sldMkLst>
        <pc:spChg chg="mod">
          <ac:chgData name="Christopher Villarreal" userId="7b816871-fcf5-4e05-9228-e0f2ee5609fc" providerId="ADAL" clId="{559CB7E1-73C0-4F20-8D22-9FC97510F5A9}" dt="2026-06-08T01:50:48.124" v="1437" actId="26606"/>
          <ac:spMkLst>
            <pc:docMk/>
            <pc:sldMk cId="1147522243" sldId="259"/>
            <ac:spMk id="2" creationId="{7AAC25F4-A106-1A6A-26C4-1B4686FEB625}"/>
          </ac:spMkLst>
        </pc:spChg>
        <pc:spChg chg="mod">
          <ac:chgData name="Christopher Villarreal" userId="7b816871-fcf5-4e05-9228-e0f2ee5609fc" providerId="ADAL" clId="{559CB7E1-73C0-4F20-8D22-9FC97510F5A9}" dt="2026-06-08T01:50:48.124" v="1437" actId="26606"/>
          <ac:spMkLst>
            <pc:docMk/>
            <pc:sldMk cId="1147522243" sldId="259"/>
            <ac:spMk id="3" creationId="{FA622D87-8AEF-8EB6-4955-D219C5AE0578}"/>
          </ac:spMkLst>
        </pc:spChg>
        <pc:spChg chg="add">
          <ac:chgData name="Christopher Villarreal" userId="7b816871-fcf5-4e05-9228-e0f2ee5609fc" providerId="ADAL" clId="{559CB7E1-73C0-4F20-8D22-9FC97510F5A9}" dt="2026-06-08T01:50:48.124" v="1437" actId="26606"/>
          <ac:spMkLst>
            <pc:docMk/>
            <pc:sldMk cId="1147522243" sldId="259"/>
            <ac:spMk id="10" creationId="{5A0118C5-4F8D-4CF4-BADD-53FEACC6C42A}"/>
          </ac:spMkLst>
        </pc:spChg>
        <pc:spChg chg="add">
          <ac:chgData name="Christopher Villarreal" userId="7b816871-fcf5-4e05-9228-e0f2ee5609fc" providerId="ADAL" clId="{559CB7E1-73C0-4F20-8D22-9FC97510F5A9}" dt="2026-06-08T01:50:48.124" v="1437" actId="26606"/>
          <ac:spMkLst>
            <pc:docMk/>
            <pc:sldMk cId="1147522243" sldId="259"/>
            <ac:spMk id="16" creationId="{CAEBFCD5-5356-4326-8D39-8235A46CD7B2}"/>
          </ac:spMkLst>
        </pc:spChg>
        <pc:grpChg chg="add">
          <ac:chgData name="Christopher Villarreal" userId="7b816871-fcf5-4e05-9228-e0f2ee5609fc" providerId="ADAL" clId="{559CB7E1-73C0-4F20-8D22-9FC97510F5A9}" dt="2026-06-08T01:50:48.124" v="1437" actId="26606"/>
          <ac:grpSpMkLst>
            <pc:docMk/>
            <pc:sldMk cId="1147522243" sldId="259"/>
            <ac:grpSpMk id="12" creationId="{134CC3FF-7AA4-46F4-8B24-2F9383D86DBD}"/>
          </ac:grpSpMkLst>
        </pc:grpChg>
        <pc:grpChg chg="add">
          <ac:chgData name="Christopher Villarreal" userId="7b816871-fcf5-4e05-9228-e0f2ee5609fc" providerId="ADAL" clId="{559CB7E1-73C0-4F20-8D22-9FC97510F5A9}" dt="2026-06-08T01:50:48.124" v="1437" actId="26606"/>
          <ac:grpSpMkLst>
            <pc:docMk/>
            <pc:sldMk cId="1147522243" sldId="259"/>
            <ac:grpSpMk id="18" creationId="{5F2AA49C-5AC0-41C7-BFAF-74B8D8293C8F}"/>
          </ac:grpSpMkLst>
        </pc:grpChg>
        <pc:grpChg chg="add">
          <ac:chgData name="Christopher Villarreal" userId="7b816871-fcf5-4e05-9228-e0f2ee5609fc" providerId="ADAL" clId="{559CB7E1-73C0-4F20-8D22-9FC97510F5A9}" dt="2026-06-08T01:50:48.124" v="1437" actId="26606"/>
          <ac:grpSpMkLst>
            <pc:docMk/>
            <pc:sldMk cId="1147522243" sldId="259"/>
            <ac:grpSpMk id="33" creationId="{BB32367D-C4F2-49D5-A586-298C7CA821B0}"/>
          </ac:grpSpMkLst>
        </pc:grpChg>
        <pc:picChg chg="add mod ord">
          <ac:chgData name="Christopher Villarreal" userId="7b816871-fcf5-4e05-9228-e0f2ee5609fc" providerId="ADAL" clId="{559CB7E1-73C0-4F20-8D22-9FC97510F5A9}" dt="2026-06-08T01:51:03.882" v="1441" actId="1076"/>
          <ac:picMkLst>
            <pc:docMk/>
            <pc:sldMk cId="1147522243" sldId="259"/>
            <ac:picMk id="5" creationId="{0D17A10D-05B5-4069-A27B-3630B7C45ADA}"/>
          </ac:picMkLst>
        </pc:picChg>
      </pc:sldChg>
      <pc:sldChg chg="addSp modSp new mod setBg">
        <pc:chgData name="Christopher Villarreal" userId="7b816871-fcf5-4e05-9228-e0f2ee5609fc" providerId="ADAL" clId="{559CB7E1-73C0-4F20-8D22-9FC97510F5A9}" dt="2026-06-08T02:00:16.522" v="1652" actId="962"/>
        <pc:sldMkLst>
          <pc:docMk/>
          <pc:sldMk cId="3677883167" sldId="260"/>
        </pc:sldMkLst>
        <pc:spChg chg="mod">
          <ac:chgData name="Christopher Villarreal" userId="7b816871-fcf5-4e05-9228-e0f2ee5609fc" providerId="ADAL" clId="{559CB7E1-73C0-4F20-8D22-9FC97510F5A9}" dt="2026-06-08T01:59:01.538" v="1493" actId="26606"/>
          <ac:spMkLst>
            <pc:docMk/>
            <pc:sldMk cId="3677883167" sldId="260"/>
            <ac:spMk id="2" creationId="{5592B25F-1491-C58E-585D-7648403A3F6C}"/>
          </ac:spMkLst>
        </pc:spChg>
        <pc:spChg chg="mod">
          <ac:chgData name="Christopher Villarreal" userId="7b816871-fcf5-4e05-9228-e0f2ee5609fc" providerId="ADAL" clId="{559CB7E1-73C0-4F20-8D22-9FC97510F5A9}" dt="2026-06-08T01:59:01.538" v="1493" actId="26606"/>
          <ac:spMkLst>
            <pc:docMk/>
            <pc:sldMk cId="3677883167" sldId="260"/>
            <ac:spMk id="3" creationId="{B154C77A-7A48-BAEC-1DE2-CEC723FEA3F6}"/>
          </ac:spMkLst>
        </pc:spChg>
        <pc:spChg chg="add">
          <ac:chgData name="Christopher Villarreal" userId="7b816871-fcf5-4e05-9228-e0f2ee5609fc" providerId="ADAL" clId="{559CB7E1-73C0-4F20-8D22-9FC97510F5A9}" dt="2026-06-08T01:59:01.538" v="1493" actId="26606"/>
          <ac:spMkLst>
            <pc:docMk/>
            <pc:sldMk cId="3677883167" sldId="260"/>
            <ac:spMk id="9" creationId="{5A0118C5-4F8D-4CF4-BADD-53FEACC6C42A}"/>
          </ac:spMkLst>
        </pc:spChg>
        <pc:spChg chg="add">
          <ac:chgData name="Christopher Villarreal" userId="7b816871-fcf5-4e05-9228-e0f2ee5609fc" providerId="ADAL" clId="{559CB7E1-73C0-4F20-8D22-9FC97510F5A9}" dt="2026-06-08T01:59:01.538" v="1493" actId="26606"/>
          <ac:spMkLst>
            <pc:docMk/>
            <pc:sldMk cId="3677883167" sldId="260"/>
            <ac:spMk id="15" creationId="{CAEBFCD5-5356-4326-8D39-8235A46CD7B2}"/>
          </ac:spMkLst>
        </pc:spChg>
        <pc:grpChg chg="add">
          <ac:chgData name="Christopher Villarreal" userId="7b816871-fcf5-4e05-9228-e0f2ee5609fc" providerId="ADAL" clId="{559CB7E1-73C0-4F20-8D22-9FC97510F5A9}" dt="2026-06-08T01:59:01.538" v="1493" actId="26606"/>
          <ac:grpSpMkLst>
            <pc:docMk/>
            <pc:sldMk cId="3677883167" sldId="260"/>
            <ac:grpSpMk id="11" creationId="{134CC3FF-7AA4-46F4-8B24-2F9383D86DBD}"/>
          </ac:grpSpMkLst>
        </pc:grpChg>
        <pc:grpChg chg="add">
          <ac:chgData name="Christopher Villarreal" userId="7b816871-fcf5-4e05-9228-e0f2ee5609fc" providerId="ADAL" clId="{559CB7E1-73C0-4F20-8D22-9FC97510F5A9}" dt="2026-06-08T01:59:01.538" v="1493" actId="26606"/>
          <ac:grpSpMkLst>
            <pc:docMk/>
            <pc:sldMk cId="3677883167" sldId="260"/>
            <ac:grpSpMk id="17" creationId="{5F2AA49C-5AC0-41C7-BFAF-74B8D8293C8F}"/>
          </ac:grpSpMkLst>
        </pc:grpChg>
        <pc:grpChg chg="add">
          <ac:chgData name="Christopher Villarreal" userId="7b816871-fcf5-4e05-9228-e0f2ee5609fc" providerId="ADAL" clId="{559CB7E1-73C0-4F20-8D22-9FC97510F5A9}" dt="2026-06-08T01:59:01.538" v="1493" actId="26606"/>
          <ac:grpSpMkLst>
            <pc:docMk/>
            <pc:sldMk cId="3677883167" sldId="260"/>
            <ac:grpSpMk id="32" creationId="{BB32367D-C4F2-49D5-A586-298C7CA821B0}"/>
          </ac:grpSpMkLst>
        </pc:grpChg>
        <pc:picChg chg="add mod ord">
          <ac:chgData name="Christopher Villarreal" userId="7b816871-fcf5-4e05-9228-e0f2ee5609fc" providerId="ADAL" clId="{559CB7E1-73C0-4F20-8D22-9FC97510F5A9}" dt="2026-06-08T02:00:16.522" v="1652" actId="962"/>
          <ac:picMkLst>
            <pc:docMk/>
            <pc:sldMk cId="3677883167" sldId="260"/>
            <ac:picMk id="4" creationId="{8C960E20-7456-ED02-A18A-1A1070570E06}"/>
          </ac:picMkLst>
        </pc:picChg>
      </pc:sldChg>
      <pc:sldChg chg="addSp modSp new mod setBg">
        <pc:chgData name="Christopher Villarreal" userId="7b816871-fcf5-4e05-9228-e0f2ee5609fc" providerId="ADAL" clId="{559CB7E1-73C0-4F20-8D22-9FC97510F5A9}" dt="2026-06-08T02:07:13.966" v="1898" actId="26606"/>
        <pc:sldMkLst>
          <pc:docMk/>
          <pc:sldMk cId="3703483231" sldId="261"/>
        </pc:sldMkLst>
        <pc:spChg chg="mod">
          <ac:chgData name="Christopher Villarreal" userId="7b816871-fcf5-4e05-9228-e0f2ee5609fc" providerId="ADAL" clId="{559CB7E1-73C0-4F20-8D22-9FC97510F5A9}" dt="2026-06-08T02:07:13.966" v="1898" actId="26606"/>
          <ac:spMkLst>
            <pc:docMk/>
            <pc:sldMk cId="3703483231" sldId="261"/>
            <ac:spMk id="2" creationId="{562CE352-84B1-AF3B-19B6-EDD55FF71905}"/>
          </ac:spMkLst>
        </pc:spChg>
        <pc:spChg chg="mod">
          <ac:chgData name="Christopher Villarreal" userId="7b816871-fcf5-4e05-9228-e0f2ee5609fc" providerId="ADAL" clId="{559CB7E1-73C0-4F20-8D22-9FC97510F5A9}" dt="2026-06-08T02:07:13.966" v="1898" actId="26606"/>
          <ac:spMkLst>
            <pc:docMk/>
            <pc:sldMk cId="3703483231" sldId="261"/>
            <ac:spMk id="3" creationId="{9D32E6B5-EFFC-941B-9572-1D7AEF22913F}"/>
          </ac:spMkLst>
        </pc:spChg>
        <pc:spChg chg="add">
          <ac:chgData name="Christopher Villarreal" userId="7b816871-fcf5-4e05-9228-e0f2ee5609fc" providerId="ADAL" clId="{559CB7E1-73C0-4F20-8D22-9FC97510F5A9}" dt="2026-06-08T02:07:13.966" v="1898" actId="26606"/>
          <ac:spMkLst>
            <pc:docMk/>
            <pc:sldMk cId="3703483231" sldId="261"/>
            <ac:spMk id="10" creationId="{5A0118C5-4F8D-4CF4-BADD-53FEACC6C42A}"/>
          </ac:spMkLst>
        </pc:spChg>
        <pc:spChg chg="add">
          <ac:chgData name="Christopher Villarreal" userId="7b816871-fcf5-4e05-9228-e0f2ee5609fc" providerId="ADAL" clId="{559CB7E1-73C0-4F20-8D22-9FC97510F5A9}" dt="2026-06-08T02:07:13.966" v="1898" actId="26606"/>
          <ac:spMkLst>
            <pc:docMk/>
            <pc:sldMk cId="3703483231" sldId="261"/>
            <ac:spMk id="16" creationId="{CAEBFCD5-5356-4326-8D39-8235A46CD7B2}"/>
          </ac:spMkLst>
        </pc:spChg>
        <pc:grpChg chg="add">
          <ac:chgData name="Christopher Villarreal" userId="7b816871-fcf5-4e05-9228-e0f2ee5609fc" providerId="ADAL" clId="{559CB7E1-73C0-4F20-8D22-9FC97510F5A9}" dt="2026-06-08T02:07:13.966" v="1898" actId="26606"/>
          <ac:grpSpMkLst>
            <pc:docMk/>
            <pc:sldMk cId="3703483231" sldId="261"/>
            <ac:grpSpMk id="12" creationId="{134CC3FF-7AA4-46F4-8B24-2F9383D86DBD}"/>
          </ac:grpSpMkLst>
        </pc:grpChg>
        <pc:grpChg chg="add">
          <ac:chgData name="Christopher Villarreal" userId="7b816871-fcf5-4e05-9228-e0f2ee5609fc" providerId="ADAL" clId="{559CB7E1-73C0-4F20-8D22-9FC97510F5A9}" dt="2026-06-08T02:07:13.966" v="1898" actId="26606"/>
          <ac:grpSpMkLst>
            <pc:docMk/>
            <pc:sldMk cId="3703483231" sldId="261"/>
            <ac:grpSpMk id="18" creationId="{5F2AA49C-5AC0-41C7-BFAF-74B8D8293C8F}"/>
          </ac:grpSpMkLst>
        </pc:grpChg>
        <pc:grpChg chg="add">
          <ac:chgData name="Christopher Villarreal" userId="7b816871-fcf5-4e05-9228-e0f2ee5609fc" providerId="ADAL" clId="{559CB7E1-73C0-4F20-8D22-9FC97510F5A9}" dt="2026-06-08T02:07:13.966" v="1898" actId="26606"/>
          <ac:grpSpMkLst>
            <pc:docMk/>
            <pc:sldMk cId="3703483231" sldId="261"/>
            <ac:grpSpMk id="33" creationId="{BB32367D-C4F2-49D5-A586-298C7CA821B0}"/>
          </ac:grpSpMkLst>
        </pc:grpChg>
        <pc:picChg chg="add">
          <ac:chgData name="Christopher Villarreal" userId="7b816871-fcf5-4e05-9228-e0f2ee5609fc" providerId="ADAL" clId="{559CB7E1-73C0-4F20-8D22-9FC97510F5A9}" dt="2026-06-08T02:07:13.966" v="1898" actId="26606"/>
          <ac:picMkLst>
            <pc:docMk/>
            <pc:sldMk cId="3703483231" sldId="261"/>
            <ac:picMk id="7" creationId="{86CF064D-41D8-1FBC-99B1-FEF719151B09}"/>
          </ac:picMkLst>
        </pc:picChg>
      </pc:sldChg>
      <pc:sldChg chg="addSp delSp modSp new mod setBg">
        <pc:chgData name="Christopher Villarreal" userId="7b816871-fcf5-4e05-9228-e0f2ee5609fc" providerId="ADAL" clId="{559CB7E1-73C0-4F20-8D22-9FC97510F5A9}" dt="2026-06-08T02:18:28.123" v="2212" actId="1076"/>
        <pc:sldMkLst>
          <pc:docMk/>
          <pc:sldMk cId="4230143678" sldId="262"/>
        </pc:sldMkLst>
        <pc:spChg chg="mod">
          <ac:chgData name="Christopher Villarreal" userId="7b816871-fcf5-4e05-9228-e0f2ee5609fc" providerId="ADAL" clId="{559CB7E1-73C0-4F20-8D22-9FC97510F5A9}" dt="2026-06-08T02:18:21.471" v="2211" actId="26606"/>
          <ac:spMkLst>
            <pc:docMk/>
            <pc:sldMk cId="4230143678" sldId="262"/>
            <ac:spMk id="2" creationId="{1C96A13A-A7D1-5AAB-4CE7-01F2A7D3F0CA}"/>
          </ac:spMkLst>
        </pc:spChg>
        <pc:spChg chg="mod">
          <ac:chgData name="Christopher Villarreal" userId="7b816871-fcf5-4e05-9228-e0f2ee5609fc" providerId="ADAL" clId="{559CB7E1-73C0-4F20-8D22-9FC97510F5A9}" dt="2026-06-08T02:18:21.471" v="2211" actId="26606"/>
          <ac:spMkLst>
            <pc:docMk/>
            <pc:sldMk cId="4230143678" sldId="262"/>
            <ac:spMk id="3" creationId="{99E96C84-AC93-ABF3-14EB-0AD195AB073A}"/>
          </ac:spMkLst>
        </pc:spChg>
        <pc:spChg chg="add del">
          <ac:chgData name="Christopher Villarreal" userId="7b816871-fcf5-4e05-9228-e0f2ee5609fc" providerId="ADAL" clId="{559CB7E1-73C0-4F20-8D22-9FC97510F5A9}" dt="2026-06-08T02:18:21.471" v="2211" actId="26606"/>
          <ac:spMkLst>
            <pc:docMk/>
            <pc:sldMk cId="4230143678" sldId="262"/>
            <ac:spMk id="8" creationId="{A7AE9375-4664-4DB2-922D-2782A6E439AC}"/>
          </ac:spMkLst>
        </pc:spChg>
        <pc:spChg chg="add del">
          <ac:chgData name="Christopher Villarreal" userId="7b816871-fcf5-4e05-9228-e0f2ee5609fc" providerId="ADAL" clId="{559CB7E1-73C0-4F20-8D22-9FC97510F5A9}" dt="2026-06-08T02:18:21.471" v="2211" actId="26606"/>
          <ac:spMkLst>
            <pc:docMk/>
            <pc:sldMk cId="4230143678" sldId="262"/>
            <ac:spMk id="12" creationId="{9DD005C1-8C51-42D6-9BEE-B9B83849743D}"/>
          </ac:spMkLst>
        </pc:spChg>
        <pc:spChg chg="add">
          <ac:chgData name="Christopher Villarreal" userId="7b816871-fcf5-4e05-9228-e0f2ee5609fc" providerId="ADAL" clId="{559CB7E1-73C0-4F20-8D22-9FC97510F5A9}" dt="2026-06-08T02:18:21.471" v="2211" actId="26606"/>
          <ac:spMkLst>
            <pc:docMk/>
            <pc:sldMk cId="4230143678" sldId="262"/>
            <ac:spMk id="17" creationId="{E8A8EAB8-D2FF-444D-B34B-7D32F106AD0E}"/>
          </ac:spMkLst>
        </pc:spChg>
        <pc:picChg chg="add mod">
          <ac:chgData name="Christopher Villarreal" userId="7b816871-fcf5-4e05-9228-e0f2ee5609fc" providerId="ADAL" clId="{559CB7E1-73C0-4F20-8D22-9FC97510F5A9}" dt="2026-06-08T02:18:28.123" v="2212" actId="1076"/>
          <ac:picMkLst>
            <pc:docMk/>
            <pc:sldMk cId="4230143678" sldId="262"/>
            <ac:picMk id="5" creationId="{4B9820B2-EA0E-DF63-7A80-2835D26A916C}"/>
          </ac:picMkLst>
        </pc:picChg>
        <pc:cxnChg chg="add del">
          <ac:chgData name="Christopher Villarreal" userId="7b816871-fcf5-4e05-9228-e0f2ee5609fc" providerId="ADAL" clId="{559CB7E1-73C0-4F20-8D22-9FC97510F5A9}" dt="2026-06-08T02:18:21.471" v="2211" actId="26606"/>
          <ac:cxnSpMkLst>
            <pc:docMk/>
            <pc:sldMk cId="4230143678" sldId="262"/>
            <ac:cxnSpMk id="10" creationId="{EE504C98-6397-41C1-A8D8-2D9C4ED307E0}"/>
          </ac:cxnSpMkLst>
        </pc:cxnChg>
        <pc:cxnChg chg="add">
          <ac:chgData name="Christopher Villarreal" userId="7b816871-fcf5-4e05-9228-e0f2ee5609fc" providerId="ADAL" clId="{559CB7E1-73C0-4F20-8D22-9FC97510F5A9}" dt="2026-06-08T02:18:21.471" v="2211" actId="26606"/>
          <ac:cxnSpMkLst>
            <pc:docMk/>
            <pc:sldMk cId="4230143678" sldId="262"/>
            <ac:cxnSpMk id="19" creationId="{EEA38897-7BA3-4408-8083-3235339C4A60}"/>
          </ac:cxnSpMkLst>
        </pc:cxnChg>
        <pc:cxnChg chg="add">
          <ac:chgData name="Christopher Villarreal" userId="7b816871-fcf5-4e05-9228-e0f2ee5609fc" providerId="ADAL" clId="{559CB7E1-73C0-4F20-8D22-9FC97510F5A9}" dt="2026-06-08T02:18:21.471" v="2211" actId="26606"/>
          <ac:cxnSpMkLst>
            <pc:docMk/>
            <pc:sldMk cId="4230143678" sldId="262"/>
            <ac:cxnSpMk id="21" creationId="{F11AD06B-AB20-4097-8606-5DA00DBACE88}"/>
          </ac:cxnSpMkLst>
        </pc:cxnChg>
      </pc:sldChg>
      <pc:sldChg chg="addSp modSp new mod setBg">
        <pc:chgData name="Christopher Villarreal" userId="7b816871-fcf5-4e05-9228-e0f2ee5609fc" providerId="ADAL" clId="{559CB7E1-73C0-4F20-8D22-9FC97510F5A9}" dt="2026-06-08T02:20:37.252" v="2647" actId="26606"/>
        <pc:sldMkLst>
          <pc:docMk/>
          <pc:sldMk cId="1575444320" sldId="263"/>
        </pc:sldMkLst>
        <pc:spChg chg="mod">
          <ac:chgData name="Christopher Villarreal" userId="7b816871-fcf5-4e05-9228-e0f2ee5609fc" providerId="ADAL" clId="{559CB7E1-73C0-4F20-8D22-9FC97510F5A9}" dt="2026-06-08T02:20:37.252" v="2647" actId="26606"/>
          <ac:spMkLst>
            <pc:docMk/>
            <pc:sldMk cId="1575444320" sldId="263"/>
            <ac:spMk id="2" creationId="{70E203D2-A3EA-3C7E-E7EA-07F74156F661}"/>
          </ac:spMkLst>
        </pc:spChg>
        <pc:spChg chg="mod">
          <ac:chgData name="Christopher Villarreal" userId="7b816871-fcf5-4e05-9228-e0f2ee5609fc" providerId="ADAL" clId="{559CB7E1-73C0-4F20-8D22-9FC97510F5A9}" dt="2026-06-08T02:20:37.252" v="2647" actId="26606"/>
          <ac:spMkLst>
            <pc:docMk/>
            <pc:sldMk cId="1575444320" sldId="263"/>
            <ac:spMk id="3" creationId="{7C6021A9-DCF6-4C74-00BF-4B2BCC44C36F}"/>
          </ac:spMkLst>
        </pc:spChg>
        <pc:spChg chg="add">
          <ac:chgData name="Christopher Villarreal" userId="7b816871-fcf5-4e05-9228-e0f2ee5609fc" providerId="ADAL" clId="{559CB7E1-73C0-4F20-8D22-9FC97510F5A9}" dt="2026-06-08T02:20:37.252" v="2647" actId="26606"/>
          <ac:spMkLst>
            <pc:docMk/>
            <pc:sldMk cId="1575444320" sldId="263"/>
            <ac:spMk id="8" creationId="{5A0118C5-4F8D-4CF4-BADD-53FEACC6C42A}"/>
          </ac:spMkLst>
        </pc:spChg>
        <pc:spChg chg="add">
          <ac:chgData name="Christopher Villarreal" userId="7b816871-fcf5-4e05-9228-e0f2ee5609fc" providerId="ADAL" clId="{559CB7E1-73C0-4F20-8D22-9FC97510F5A9}" dt="2026-06-08T02:20:37.252" v="2647" actId="26606"/>
          <ac:spMkLst>
            <pc:docMk/>
            <pc:sldMk cId="1575444320" sldId="263"/>
            <ac:spMk id="10" creationId="{A99050EE-26AF-4253-BD50-F0FCD965A8F6}"/>
          </ac:spMkLst>
        </pc:spChg>
        <pc:spChg chg="add">
          <ac:chgData name="Christopher Villarreal" userId="7b816871-fcf5-4e05-9228-e0f2ee5609fc" providerId="ADAL" clId="{559CB7E1-73C0-4F20-8D22-9FC97510F5A9}" dt="2026-06-08T02:20:37.252" v="2647" actId="26606"/>
          <ac:spMkLst>
            <pc:docMk/>
            <pc:sldMk cId="1575444320" sldId="263"/>
            <ac:spMk id="16" creationId="{D0C78466-EB6E-45A0-99A6-A00789ACD90A}"/>
          </ac:spMkLst>
        </pc:spChg>
        <pc:spChg chg="add">
          <ac:chgData name="Christopher Villarreal" userId="7b816871-fcf5-4e05-9228-e0f2ee5609fc" providerId="ADAL" clId="{559CB7E1-73C0-4F20-8D22-9FC97510F5A9}" dt="2026-06-08T02:20:37.252" v="2647" actId="26606"/>
          <ac:spMkLst>
            <pc:docMk/>
            <pc:sldMk cId="1575444320" sldId="263"/>
            <ac:spMk id="18" creationId="{E99F76E4-5DFD-4DBE-B042-66FBCD1182C9}"/>
          </ac:spMkLst>
        </pc:spChg>
        <pc:grpChg chg="add">
          <ac:chgData name="Christopher Villarreal" userId="7b816871-fcf5-4e05-9228-e0f2ee5609fc" providerId="ADAL" clId="{559CB7E1-73C0-4F20-8D22-9FC97510F5A9}" dt="2026-06-08T02:20:37.252" v="2647" actId="26606"/>
          <ac:grpSpMkLst>
            <pc:docMk/>
            <pc:sldMk cId="1575444320" sldId="263"/>
            <ac:grpSpMk id="12" creationId="{00E015F5-1A99-4E40-BC3D-7707802996B5}"/>
          </ac:grpSpMkLst>
        </pc:grpChg>
        <pc:grpChg chg="add">
          <ac:chgData name="Christopher Villarreal" userId="7b816871-fcf5-4e05-9228-e0f2ee5609fc" providerId="ADAL" clId="{559CB7E1-73C0-4F20-8D22-9FC97510F5A9}" dt="2026-06-08T02:20:37.252" v="2647" actId="26606"/>
          <ac:grpSpMkLst>
            <pc:docMk/>
            <pc:sldMk cId="1575444320" sldId="263"/>
            <ac:grpSpMk id="20" creationId="{5468B3A9-705E-43C3-A742-0619B0D8F2EE}"/>
          </ac:grpSpMkLst>
        </pc:grpChg>
        <pc:grpChg chg="add">
          <ac:chgData name="Christopher Villarreal" userId="7b816871-fcf5-4e05-9228-e0f2ee5609fc" providerId="ADAL" clId="{559CB7E1-73C0-4F20-8D22-9FC97510F5A9}" dt="2026-06-08T02:20:37.252" v="2647" actId="26606"/>
          <ac:grpSpMkLst>
            <pc:docMk/>
            <pc:sldMk cId="1575444320" sldId="263"/>
            <ac:grpSpMk id="191" creationId="{773717CC-ECEE-4ABF-BA61-C59F46801775}"/>
          </ac:grpSpMkLst>
        </pc:grpChg>
      </pc:sldChg>
      <pc:sldChg chg="addSp modSp new mod setBg">
        <pc:chgData name="Christopher Villarreal" userId="7b816871-fcf5-4e05-9228-e0f2ee5609fc" providerId="ADAL" clId="{559CB7E1-73C0-4F20-8D22-9FC97510F5A9}" dt="2026-06-08T02:21:29.473" v="2663" actId="26606"/>
        <pc:sldMkLst>
          <pc:docMk/>
          <pc:sldMk cId="2440555104" sldId="264"/>
        </pc:sldMkLst>
        <pc:spChg chg="mod">
          <ac:chgData name="Christopher Villarreal" userId="7b816871-fcf5-4e05-9228-e0f2ee5609fc" providerId="ADAL" clId="{559CB7E1-73C0-4F20-8D22-9FC97510F5A9}" dt="2026-06-08T02:21:29.473" v="2663" actId="26606"/>
          <ac:spMkLst>
            <pc:docMk/>
            <pc:sldMk cId="2440555104" sldId="264"/>
            <ac:spMk id="2" creationId="{8BCD29D2-9CFD-8982-890D-555A3AD51E76}"/>
          </ac:spMkLst>
        </pc:spChg>
        <pc:spChg chg="mod">
          <ac:chgData name="Christopher Villarreal" userId="7b816871-fcf5-4e05-9228-e0f2ee5609fc" providerId="ADAL" clId="{559CB7E1-73C0-4F20-8D22-9FC97510F5A9}" dt="2026-06-08T02:21:29.473" v="2663" actId="26606"/>
          <ac:spMkLst>
            <pc:docMk/>
            <pc:sldMk cId="2440555104" sldId="264"/>
            <ac:spMk id="3" creationId="{6C31FC86-692F-AFD8-2A27-C864CB065105}"/>
          </ac:spMkLst>
        </pc:spChg>
        <pc:spChg chg="add">
          <ac:chgData name="Christopher Villarreal" userId="7b816871-fcf5-4e05-9228-e0f2ee5609fc" providerId="ADAL" clId="{559CB7E1-73C0-4F20-8D22-9FC97510F5A9}" dt="2026-06-08T02:21:29.473" v="2663" actId="26606"/>
          <ac:spMkLst>
            <pc:docMk/>
            <pc:sldMk cId="2440555104" sldId="264"/>
            <ac:spMk id="8" creationId="{A7AE9375-4664-4DB2-922D-2782A6E439AC}"/>
          </ac:spMkLst>
        </pc:spChg>
        <pc:spChg chg="add">
          <ac:chgData name="Christopher Villarreal" userId="7b816871-fcf5-4e05-9228-e0f2ee5609fc" providerId="ADAL" clId="{559CB7E1-73C0-4F20-8D22-9FC97510F5A9}" dt="2026-06-08T02:21:29.473" v="2663" actId="26606"/>
          <ac:spMkLst>
            <pc:docMk/>
            <pc:sldMk cId="2440555104" sldId="264"/>
            <ac:spMk id="12" creationId="{9DD005C1-8C51-42D6-9BEE-B9B83849743D}"/>
          </ac:spMkLst>
        </pc:spChg>
        <pc:cxnChg chg="add">
          <ac:chgData name="Christopher Villarreal" userId="7b816871-fcf5-4e05-9228-e0f2ee5609fc" providerId="ADAL" clId="{559CB7E1-73C0-4F20-8D22-9FC97510F5A9}" dt="2026-06-08T02:21:29.473" v="2663" actId="26606"/>
          <ac:cxnSpMkLst>
            <pc:docMk/>
            <pc:sldMk cId="2440555104" sldId="264"/>
            <ac:cxnSpMk id="10" creationId="{EE504C98-6397-41C1-A8D8-2D9C4ED307E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A2E-8E3F-B3A8-D858-911AD0A59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B98A2D-7D88-F720-1D0A-F26EEF44B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A8F08-0603-F671-EA78-7A1C24607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53932-0244-BE1F-0ABD-F0C3B3E15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28CEB-BC16-D3B0-4123-B41CE146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3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4724-C86C-DE71-5728-8B833FC2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06A0-B442-1E96-4337-C0A8FEA37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AF0E1-31DD-F747-447A-4C96C3CC1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C320C-CF6A-1A9E-3140-885F4985B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8077D-373D-33B7-A849-ACE72CDC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C636-7CA5-12E8-2016-7D3F7D20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2360C-8A23-8628-CE36-A1BAA7786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C0A4C-720C-1355-119F-7BA7BD40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DA49C-8A53-9F88-CA47-E0A96B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E6952-D7C2-C805-5550-13F66557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F766B-B3C8-9648-58DE-2A8A4D9F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F3AAD-2BE4-FEB4-E895-D0B29E3AA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A7D65-B2C2-8509-A9A2-FA78C0B50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4C3BC-A34A-5D00-2E99-2BB2071E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7B54C-6013-4A2D-B2C0-3D21D5DE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F0697-1A60-8887-ED1E-A925A139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08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816A-651F-F588-2DCA-01B99E436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01EDF-768F-DDBE-EE0F-9B3E3B05E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777E-7FC4-FFAD-5097-49355ECAA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1AF37-86E4-464A-7267-078BEED88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152CD8-9722-BC01-ABD7-B1A11E32C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2B7EB4-DB07-5F8F-E024-16443A76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D800E1-8111-C24E-1EDE-101B66F8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506AF-86DF-E253-E115-3DB9318D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5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0FE6-F03B-5A09-2EE1-3D8F01F0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13AD01-D197-3C72-B8CA-29561CA0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BAD70-3632-EDBF-DE07-DE731116E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0AFF5-FAD2-1238-09CA-DA048E34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9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3CE3C-1FCA-BC7A-E48D-204AD71A6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1725A-7421-161E-A3EF-BC0ADCE4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7D372-C8FD-58B5-BB83-EEF49F93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9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9460-E1A4-2CEB-9AE7-F3B50FCD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12D85-81D3-5AFA-1C82-CAD15C0F2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B7887-C064-0965-3857-9AE5A8864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D8FCA-02EA-E086-47F2-6FE6153D5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6D041-5690-DE83-F9AF-07C69D104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71FEC-90A1-B867-DC1C-3A9E254CC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04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8D6E-17DF-1818-6F3A-DF941861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A79B46-A0E5-964D-2C80-DBD1182AA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EF509-42D8-CBF5-80FA-A34E6CBD4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E62F3-F053-8671-60E0-68B8B25B5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3FF30-DC04-D7D8-3A6F-F9EB58EA9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D7AF5-C74D-37D5-CF25-4BECBC1E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4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BC7E-56AF-D240-8BA6-B08E7B7D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2C784-104C-A48A-9919-5398ED6C6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B7D9D-CF7E-5954-C2B4-CF09CAD0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A0EBE-F257-B684-FEFC-851D55E2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DA798-DEB6-C03A-8F9A-BEA28707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3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902B8-7103-F7B8-3A43-AC7DE5144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ABE45-5640-2BC7-5716-47C3E5913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B781A-C56B-748F-94D8-B36CA7C1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A632D-3C67-302B-E04B-7878E33B8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A4FAD-BC76-C53C-2B86-5547BAEB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74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86776C-A6F2-1CA2-7B6C-7924A6F8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7403-BAAE-9DB0-89A8-DB4858D49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7ECD-5764-B1FF-5AE2-9D221307D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56FE5-2BB3-4347-BB92-1DC2DF73F7D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E622E-0CA4-1118-0563-87970018C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A132B-496D-880C-A290-6472016A9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837D5-6082-40BC-AD77-8354E2E6B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8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ADD28-CFA4-A6BC-B022-937F51601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510803"/>
            <a:ext cx="4069306" cy="5339736"/>
          </a:xfrm>
        </p:spPr>
        <p:txBody>
          <a:bodyPr anchor="ctr"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The Technology Value Stream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C4F4A-5341-1E79-04C8-C16BE962B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7417" y="3632200"/>
            <a:ext cx="3336001" cy="2354863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Christopher Villarreal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CSD380 – DevOps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Module 1 Assignment 2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June 7, 2026</a:t>
            </a:r>
          </a:p>
        </p:txBody>
      </p:sp>
      <p:sp>
        <p:nvSpPr>
          <p:cNvPr id="7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1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3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B19B4-FCFE-2FC1-490A-9C6F96BB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46" y="669925"/>
            <a:ext cx="4650862" cy="4812755"/>
          </a:xfrm>
        </p:spPr>
        <p:txBody>
          <a:bodyPr anchor="b">
            <a:normAutofit/>
          </a:bodyPr>
          <a:lstStyle/>
          <a:p>
            <a:pPr algn="r"/>
            <a:r>
              <a:rPr lang="en-US" sz="7200">
                <a:solidFill>
                  <a:schemeClr val="bg1"/>
                </a:solidFill>
              </a:rPr>
              <a:t>What is the Technology Value Stream?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06" y="5597879"/>
            <a:ext cx="510200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4F75C-A6CE-581E-AA77-48B91EDF4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0314" y="753042"/>
            <a:ext cx="4562272" cy="51720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Definition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The Technology Value Stream is the process used to transform a business idea or objective into a technology-enabled service that delivers value to customers. (Kim et al., 2021)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Begins when work enters the development backlog and continues through development, testing, deployment, and operations.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Goal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To create value quickly, reliably, and with minimal disruption.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Key Stages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Business Objective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Development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Version Control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Testing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Deployment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Production Operations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0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DD827-890A-CE26-54C0-52926509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Focus on Deployment Lead Time</a:t>
            </a:r>
          </a:p>
        </p:txBody>
      </p:sp>
      <p:grpSp>
        <p:nvGrpSpPr>
          <p:cNvPr id="41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5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2610E-F309-16A2-257D-AA56C3CD7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What is Deployment Lead Time?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Deployment Lead Time measures how long it takes for a code change to move from version control to production.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Why It Matters?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Measures delivery speed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Reflects customer value delivery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Provides feedback to development teams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Helps identify bottlenecks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43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7A10D-05B5-4069-A27B-3630B7C45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173" y="4436848"/>
            <a:ext cx="5054163" cy="189531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C25F4-A106-1A6A-26C4-1B4686FE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Lead Time vs. Processing Time</a:t>
            </a:r>
          </a:p>
        </p:txBody>
      </p:sp>
      <p:grpSp>
        <p:nvGrpSpPr>
          <p:cNvPr id="18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22D87-8AEF-8EB6-4955-D219C5AE0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Lead Time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Starts when a request is made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Ends when the request is completed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Includes waiting periods, approvals, queues, and processing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Processing Time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Begins when work actually stars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Ends when work is completed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Excludes waiting and queue time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The Difference? Does it Matter?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The customers experience lead time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Organizations improve performance by reducing waiting time</a:t>
            </a:r>
          </a:p>
        </p:txBody>
      </p:sp>
    </p:spTree>
    <p:extLst>
      <p:ext uri="{BB962C8B-B14F-4D97-AF65-F5344CB8AC3E}">
        <p14:creationId xmlns:p14="http://schemas.microsoft.com/office/powerpoint/2010/main" val="1147522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960E20-7456-ED02-A18A-1A1070570E0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92" y="4436559"/>
            <a:ext cx="4793738" cy="139098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92B25F-1491-C58E-585D-7648403A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Deployment Lead Times Requiring Months</a:t>
            </a:r>
          </a:p>
        </p:txBody>
      </p:sp>
      <p:grpSp>
        <p:nvGrpSpPr>
          <p:cNvPr id="17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2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4C77A-7A48-BAEC-1DE2-CEC723FEA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Characteristics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Large monolithic systems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Long testing cycles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Scarce integration environments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Heavy reliance on manual testing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Multiple approval processes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Problems Created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Slow customer value delivery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Frequent integration issues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Delayed feedback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Increased troubleshooting efforts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88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86CF064D-41D8-1FBC-99B1-FEF719151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20383" y="3104705"/>
            <a:ext cx="3217333" cy="321733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2CE352-84B1-AF3B-19B6-EDD55FF71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584" y="859808"/>
            <a:ext cx="3543197" cy="28789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Deployment Lead Times of Minutes</a:t>
            </a:r>
          </a:p>
        </p:txBody>
      </p:sp>
      <p:grpSp>
        <p:nvGrpSpPr>
          <p:cNvPr id="18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2E6B5-EFFC-941B-9572-1D7AEF229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DevOps Goals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Continous</a:t>
            </a:r>
            <a:r>
              <a:rPr lang="en-US" dirty="0">
                <a:solidFill>
                  <a:schemeClr val="bg1"/>
                </a:solidFill>
              </a:rPr>
              <a:t> integration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Small code changes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Frequent testing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Rapid deployment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Fast feedback loops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Benefits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Faster delivery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Reduced risk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Higher confidence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Quicker problem resolution</a:t>
            </a:r>
          </a:p>
        </p:txBody>
      </p:sp>
    </p:spTree>
    <p:extLst>
      <p:ext uri="{BB962C8B-B14F-4D97-AF65-F5344CB8AC3E}">
        <p14:creationId xmlns:p14="http://schemas.microsoft.com/office/powerpoint/2010/main" val="370348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6A13A-A7D1-5AAB-4CE7-01F2A7D3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3800">
                <a:solidFill>
                  <a:schemeClr val="bg1"/>
                </a:solidFill>
              </a:rPr>
              <a:t>Example of a Minutes-Based Value Stream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96C84-AC93-ABF3-14EB-0AD195AB0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Example Workflow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Commit Stage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Automated 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Exploratory 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Production Deployment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Traits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Small batches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Automated validation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Fast </a:t>
            </a:r>
            <a:r>
              <a:rPr lang="en-US" sz="2000">
                <a:solidFill>
                  <a:schemeClr val="bg1"/>
                </a:solidFill>
              </a:rPr>
              <a:t>aprpovals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en-US" sz="2000">
                <a:solidFill>
                  <a:schemeClr val="bg1"/>
                </a:solidFill>
              </a:rPr>
              <a:t>Continous</a:t>
            </a:r>
            <a:r>
              <a:rPr lang="en-US" sz="2000" dirty="0">
                <a:solidFill>
                  <a:schemeClr val="bg1"/>
                </a:solidFill>
              </a:rPr>
              <a:t> feedback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B9820B2-EA0E-DF63-7A80-2835D26A9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33083"/>
            <a:ext cx="5666547" cy="339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4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203D2-A3EA-3C7E-E7EA-07F74156F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Wrap Up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21A9-DCF6-4C74-00BF-4B2BCC44C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Key </a:t>
            </a:r>
            <a:r>
              <a:rPr lang="en-US" sz="1500" dirty="0" err="1">
                <a:solidFill>
                  <a:schemeClr val="bg1"/>
                </a:solidFill>
              </a:rPr>
              <a:t>Revists</a:t>
            </a:r>
            <a:endParaRPr lang="en-US" sz="1500" dirty="0">
              <a:solidFill>
                <a:schemeClr val="bg1"/>
              </a:solidFill>
            </a:endParaRP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The Technology Value Stream measure </a:t>
            </a:r>
            <a:r>
              <a:rPr lang="en-US" sz="1500" u="sng" dirty="0">
                <a:solidFill>
                  <a:schemeClr val="bg1"/>
                </a:solidFill>
              </a:rPr>
              <a:t>how work flows from idea to customer value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Lead time includes waiting and processing time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Long deployment lead times create delays, risks, and inefficiencies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DevOps seeks to reduce deployment lead time from months to minutes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Automation, continuous integration, and small batches enable faster and more reliability.</a:t>
            </a:r>
          </a:p>
        </p:txBody>
      </p:sp>
    </p:spTree>
    <p:extLst>
      <p:ext uri="{BB962C8B-B14F-4D97-AF65-F5344CB8AC3E}">
        <p14:creationId xmlns:p14="http://schemas.microsoft.com/office/powerpoint/2010/main" val="1575444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29D2-9CFD-8982-890D-555A3AD51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References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FC86-692F-AFD8-2A27-C864CB065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Jurevicius, O. (2025, April 4). </a:t>
            </a:r>
            <a:r>
              <a:rPr lang="en-US" sz="2000" i="1" dirty="0">
                <a:solidFill>
                  <a:schemeClr val="bg1"/>
                </a:solidFill>
              </a:rPr>
              <a:t>Value Stream Mapping (VSM) explained in depth</a:t>
            </a:r>
            <a:r>
              <a:rPr lang="en-US" sz="2000" dirty="0">
                <a:solidFill>
                  <a:schemeClr val="bg1"/>
                </a:solidFill>
              </a:rPr>
              <a:t>. Strategic Management Insight. https://strategicmanagementinsight.com/tools/value-stream-mapping-vsm/</a:t>
            </a:r>
          </a:p>
          <a:p>
            <a:r>
              <a:rPr lang="en-US" sz="2000" dirty="0">
                <a:solidFill>
                  <a:schemeClr val="bg1"/>
                </a:solidFill>
              </a:rPr>
              <a:t>Kim, G., Humble, J., Debois, P., Willis, J., &amp; Forsgren, N. (2021). </a:t>
            </a:r>
            <a:r>
              <a:rPr lang="en-US" sz="2000" i="1" dirty="0">
                <a:solidFill>
                  <a:schemeClr val="bg1"/>
                </a:solidFill>
              </a:rPr>
              <a:t>The DevOps Handbook: How to Create World-Class Agility, Reliability, &amp; Security in Technology Organizations</a:t>
            </a:r>
            <a:r>
              <a:rPr lang="en-US" sz="2000" dirty="0">
                <a:solidFill>
                  <a:schemeClr val="bg1"/>
                </a:solidFill>
              </a:rPr>
              <a:t>. IT Revolution.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5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448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The Technology Value Stream</vt:lpstr>
      <vt:lpstr>What is the Technology Value Stream?</vt:lpstr>
      <vt:lpstr>Focus on Deployment Lead Time</vt:lpstr>
      <vt:lpstr>Lead Time vs. Processing Time</vt:lpstr>
      <vt:lpstr>Deployment Lead Times Requiring Months</vt:lpstr>
      <vt:lpstr>Deployment Lead Times of Minutes</vt:lpstr>
      <vt:lpstr>Example of a Minutes-Based Value Stream</vt:lpstr>
      <vt:lpstr>Wrap Up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Villarreal</dc:creator>
  <cp:lastModifiedBy>Christopher Villarreal</cp:lastModifiedBy>
  <cp:revision>2</cp:revision>
  <dcterms:created xsi:type="dcterms:W3CDTF">2026-06-08T01:34:55Z</dcterms:created>
  <dcterms:modified xsi:type="dcterms:W3CDTF">2026-06-08T02:30:11Z</dcterms:modified>
</cp:coreProperties>
</file>